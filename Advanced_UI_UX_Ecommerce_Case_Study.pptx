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Improving Checkout Experience for First-Time Mobile Shoppers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Comparative UI/UX Case Study</a:t>
            </a:r>
          </a:p>
          <a:p>
            <a:r>
              <a:t>Your Name | Course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Problem:</a:t>
            </a:r>
          </a:p>
          <a:p>
            <a:pPr lvl="1"/>
            <a:r>
              <a:t>• Cart abandonment due to friction in mobile checkout</a:t>
            </a:r>
          </a:p>
          <a:p>
            <a:pPr lvl="1"/>
            <a:r>
              <a:t>• Cognitive overload from cluttered navigation</a:t>
            </a:r>
          </a:p>
          <a:p>
            <a:br/>
            <a:pPr/>
            <a:r>
              <a:t>Objective:</a:t>
            </a:r>
          </a:p>
          <a:p>
            <a:pPr lvl="1"/>
            <a:r>
              <a:t>• Evaluate Navigation, Visual Hierarchy &amp; Checkout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 – Task-Based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Task Given to Each App:</a:t>
            </a:r>
          </a:p>
          <a:p>
            <a:pPr lvl="1"/>
            <a:r>
              <a:t>• Buy a black men’s T-shirt under ₹1000</a:t>
            </a:r>
          </a:p>
          <a:p>
            <a:pPr/>
            <a:r>
              <a:t>Measured:</a:t>
            </a:r>
          </a:p>
          <a:p>
            <a:pPr lvl="1"/>
            <a:r>
              <a:t>• Number of steps</a:t>
            </a:r>
          </a:p>
          <a:p>
            <a:pPr lvl="1"/>
            <a:r>
              <a:t>• Visibility of filters</a:t>
            </a:r>
          </a:p>
          <a:p>
            <a:pPr lvl="1"/>
            <a:r>
              <a:t>• Checkout clarity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Evaluation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Visual 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Checkout Flow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CTA 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(4 steps)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Flipkart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 (Cluttered)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Offer-heavy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(5 steps)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Meesho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 (Feed-style)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Inconsistent visuals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 (6 steps)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Step Count Comparison</a:t>
            </a:r>
          </a:p>
        </p:txBody>
      </p:sp>
      <p:pic>
        <p:nvPicPr>
          <p:cNvPr id="3" name="Picture 2" descr="step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Rating Comparison</a:t>
            </a:r>
          </a:p>
        </p:txBody>
      </p:sp>
      <p:pic>
        <p:nvPicPr>
          <p:cNvPr id="3" name="Picture 2" descr="navig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Hierarchy Rating Comparison</a:t>
            </a:r>
          </a:p>
        </p:txBody>
      </p:sp>
      <p:pic>
        <p:nvPicPr>
          <p:cNvPr id="3" name="Picture 2" descr="visu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Fewer steps increase conversion probability</a:t>
            </a:r>
          </a:p>
          <a:p>
            <a:pPr lvl="1"/>
            <a:r>
              <a:t>• Clear CTA placement reduces hesitation</a:t>
            </a:r>
          </a:p>
          <a:p>
            <a:pPr lvl="1"/>
            <a:r>
              <a:t>• Excessive banners increase cognitive load</a:t>
            </a:r>
          </a:p>
          <a:p>
            <a:pPr lvl="1"/>
            <a:r>
              <a:t>• Urgency-based design reduces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Reduce homepage clutter</a:t>
            </a:r>
          </a:p>
          <a:p>
            <a:pPr lvl="1"/>
            <a:r>
              <a:t>• Expose filters upfront</a:t>
            </a:r>
          </a:p>
          <a:p>
            <a:pPr lvl="1"/>
            <a:r>
              <a:t>• Implement sticky bottom CTA</a:t>
            </a:r>
          </a:p>
          <a:p>
            <a:pPr lvl="1"/>
            <a:r>
              <a:t>• Remove dark-pattern urgency triggers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